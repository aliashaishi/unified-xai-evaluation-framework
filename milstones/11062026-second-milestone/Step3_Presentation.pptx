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Introduce the paper and the goal of this step: to reproduce the main experimental results and compare with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asks: can SHAP/LIME work for agentic systems? It proposes the MEP framework and runs two experiments — one traditional, one agentic.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Platform: Google Colab CPU. Only lime required manual installation. The notebook had a hardcoded Windows path that needed fixing for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19,001 raw rows → 13,124 after cleaning. Stratified by both label and document length bins to prevent bias. All splits maintain the exact 78.6/21.4 class ratio.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parameter groups: TF-IDF + LR pipeline, CNN architecture, and stability measurement setup. All seeds set to 42 for reproducibility.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 achieves 94% accuracy with ROC-AUC 0.981. Key result: Spearman stability = 0.8577, exact match with paper. IT vocabulary is the dominant signal — removing it causes 15.7% accuracy drop vs only 4.1% for non-IT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CNN outperforms LR in accuracy (97.1% vs 94%) but produces less stable explanations (0.6127 vs 0.8577). This is the paper's core finding — a clear accuracy vs explainability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TAU-bench: Plan Adherence is top signal (Ratio=2.19). AssistantBench: Tool Choice is a hard blocker (Ratio=∞) — exact match with paper. Note TAU-bench differs from paper's State Tracking finding, discussed in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 results are fully confirmed — LR rho is an exact match. Agentic differences in TAU-bench are due to trace file versioning or Docent scoring variance, not a failure of reproduction.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challenges total. The most impactful: hardcoded path, missing lime, and API cost. The TAU-bench mismatch is expected for LLM-based evaluation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key observations covering the trade-off, SHAP validity, CNN contextual learning, categorical agentic failures, MEP framework value, and reproducibility concerns with LLM-based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verdict: Static experiment fully reproduced with exact match on key result. Agentic experiment partially reproduced — AssistantBench matches exactly, TAU-bench shows expected variance from LLM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GEOAI Masters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of Experimental Results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Features to Actions: Explainability in Traditional and Agentic AI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Chaduvula et al. (2026)  •  arXiv:2602.06841v4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Summary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0058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87552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static XAI methods (SHAP, LIME) work in agentic AI settings? If not — what framework replaces them?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92024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63440" y="192024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1 — Static XAI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4231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Job Postings (Kaggle)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LR  /  Text CNN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SHAP, LIME, PDP, Saliency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Stability (Spearman ρ)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2011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2 — Agentic XAI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24231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TAU-bench (50) + AssistantBench (33)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o4-mini / GPT-4.1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tool: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HAL-Harness + Docent (GPT-5)
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Rubrics: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Plan, Tool Choice, State...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by the Minimal Explanation Packet (MEP): Artifact + Context +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560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&amp; Dependencies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41148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Colab — Cloud Jupyter Environment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Ubuntu 22.04 LTS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CPU-only (Intel Xeon, 12.7 GB RAM)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3 command 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709160" y="1371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00600" y="1417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2.4.4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800600" y="16459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766560" y="1371600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0" y="14173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3.0.2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0" y="16459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09160" y="2029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20756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1.8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800600" y="23042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66560" y="2029968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0" y="20756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0" y="230428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model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09160" y="2688336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00600" y="27340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00600" y="296265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766560" y="2688336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858000" y="27340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 ⚠ install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58000" y="296265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XAI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09160" y="3346704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00600" y="33924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1.17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00600" y="362102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ρ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766560" y="3346704"/>
            <a:ext cx="1920240" cy="530352"/>
          </a:xfrm>
          <a:prstGeom prst="roundRect">
            <a:avLst>
              <a:gd name="adj" fmla="val 13793"/>
            </a:avLst>
          </a:prstGeom>
          <a:solidFill>
            <a:srgbClr val="1E3A5F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858000" y="33924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openpyxl 3.1.5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858000" y="362102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traces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65760" y="32004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1A2F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Applied: 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1828800" y="32918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lime  — added before imports cell to resolve ModuleNotFoundError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48640" y="3566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Fix: 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1554480" y="35661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pd.read_csv("./data_job_posts.csv")  — replaced hardcoded Windows path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0" cy="6400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560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Preparation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1572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9875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19,001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1444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rows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66544" y="914400"/>
            <a:ext cx="1572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066544" y="9875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13,124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066544" y="1444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cleaning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67328" y="914400"/>
            <a:ext cx="1572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67328" y="9875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78.6%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767328" y="1444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Non-IT class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68112" y="914400"/>
            <a:ext cx="1572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68112" y="9875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468112" y="1444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class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68896" y="914400"/>
            <a:ext cx="157276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168896" y="9875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168896" y="144475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words/doc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576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5760" y="25420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2542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9808" y="25420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4 text columns + IT label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65760" y="300837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49808" y="3008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rows with missing text fields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34747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9808" y="3474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→ full_text (lowercased)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65760" y="394106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39410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9808" y="394106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document length (text_len)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65760" y="440740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407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9808" y="4407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stratified split: 70 / 15 / 15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663440" y="2103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Verification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514600"/>
          <a:ext cx="41148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9144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(70%)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9,186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(15%)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(15%)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4663440" y="3977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by IT label AND document length bin — all splits perfectly balanced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Configuration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 hyperparameters used in the reproduction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122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LR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ngram_range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(1, 2)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0.9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stop_words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english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500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  {0: 0.636, 1: 2.342}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42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12240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CNN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MAX_VOCAB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30,000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512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EMB_DIM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100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Conv1D filters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128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kernel_size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64 (ReLU)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Dropout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0.5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batch_size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32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0972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11224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160020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Spearman ρ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(LR)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 bootstraps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(CNN)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5 retrains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subset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100 docs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10 (K×(K-1)/2)
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mean 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Experiment — LR Model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val: 94% | LR baseline: 78.6%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4612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ROC-AUC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val: 0.987 — excellent discrimination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601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0.8577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126480" y="1572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ρ (KEY)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with paper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23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SHAP Features (Mean |SHAP|)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871216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2898648"/>
            <a:ext cx="2721254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8614" y="28712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218688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2186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3246120"/>
            <a:ext cx="219456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32186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661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3593592"/>
            <a:ext cx="140451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1878" y="35661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13632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136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91640" y="3941064"/>
            <a:ext cx="124358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9136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61104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611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691640" y="4288536"/>
            <a:ext cx="1111910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49270" y="4261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0.076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08576"/>
            <a:ext cx="128016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60857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91640" y="4636008"/>
            <a:ext cx="877824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15184" y="46085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892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IT signal  ■ Non-IT signal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Masking Validation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937760" y="283464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907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top 300 IT features: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20640" y="31546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−15.7% accuracy drop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4937760" y="38862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F0FF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959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Masking top 300 non-IT features: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20640" y="42062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−4.1% accuracy drop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Experiment — CNN Model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than LR (94%)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9601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0.6127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46120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than LR (0.8577)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601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1755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35.16 MB model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History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4206240" cy="13716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09728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 Loss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/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66344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Activating N-grams (CNN Filters)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663440" y="2788920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8346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 developer will develop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38160" y="283464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0.582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3319272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3649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developer the database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38160" y="336499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0.569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663440" y="3849624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54880" y="38953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developer the java developer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138160" y="389534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0.523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663440" y="4379976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44256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database developer altacode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138160" y="442569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0.509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65760" y="429768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A2440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CNN is more accurate (97.1%) but less stable (ρ=0.61) than LR (94%, ρ=0.86) — the Accuracy–Explainability Trade-off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560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Experiment Results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TAU-bench Airline  (50 tasks: 33 failures, 17 successes)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206240" cy="224028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Alignment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Recovery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Correctness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Choice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Adherence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AssistantBench  (33 tasks: 31 failures, 2 successes)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206240" cy="224028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73152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Rubric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Intent Alignment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-0.226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Recovery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Tracking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-0.048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Correctness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Choice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+0.290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BLOCKER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Adherence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365760" y="37490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9050">
            <a:solidFill>
              <a:srgbClr val="0A162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02920" y="3822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Adherence violated in 51.5% of failures vs 23.5% successes → when it fails, success rate drops to 19%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663440" y="374904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800600" y="38221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 Accuracy: appears ONLY in failed runs (Ratio=∞) — exact match with paper 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560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Original Results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70332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2011680"/>
                <a:gridCol w="1188720"/>
              </a:tblGrid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/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Reproduced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 Test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LR Stability (Spearman ρ)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Test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 Stability (ρ)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0.6127 (paper)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Expected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SHAP 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software (0.186)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masking drop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Match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 Tool Choice blocker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Ratio=∞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Ratio=∞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Exact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 top failure 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Tracking (2.72)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Adherence (2.19)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Differs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TAU success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Differs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3366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 success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Differs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differences likely due to trace version mismatch or Docent (GPT-5 judge) probabilistic variance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25603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Encountered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424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Hardcoded Windows Path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FileNotFoundError — absolute local path doesn't exist in Colab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Fixed: df = pd.read_csv("./data_job_posts.csv")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0584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0424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Missing lime Library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417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ModuleNotFoundError: No module named 'lime'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920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Fixed: added !pip install lime before imports cell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004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" y="2880360"/>
            <a:ext cx="41148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916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API Cost Barrier (Agentic)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3291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Re-running agents requires ~$25 USD + GPT-5 access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11480" y="37947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Used pre-collected trace files from repository — valid reproduction approach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09160" y="28803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2880360"/>
            <a:ext cx="41148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29169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TAU-bench Result Mismatch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00600" y="3291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Paper: State Tracking top signal. Reproduced: Plan Adherence top signal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00600" y="37947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Likely trace version mismatch or Docent (GPT-5) probabilistic variance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&amp;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Accuracy–Explainability Trade-off Confirmed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gains 3% accuracy over LR but loses 28% in explanation stability. In high-stakes domains, simpler models may be preferable.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9144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Features are Semantically Valid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3716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features (software, developer, java) match domain knowledge. Masking confirms they carry genuine predictive signal, not shortcuts.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Captures Context LR Cannot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'software developer will develop' as a phrase carries more signal than individual words. This explains higher accuracy but also lower stability.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860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3591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Failures are Categorical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Choice = hard blocker (never recovers). Plan Adherence = soft signal (probabilistic). Static methods cannot detect these trajectory-level failures.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 Framework Bridges Both Paradigms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+ Context + Verification works for both LR (SHAP+stability) and agents (rubric+trace). A practical unified vocabulary for XAI.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65760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730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LLM-Based Evaluation Has Inherent Variance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1148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 (GPT-5 judge) is probabilistic — same traces can yield different rubric scores across runs. Confidence intervals should be reported.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657600"/>
            <a:ext cx="2286000" cy="22860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Verdict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12240"/>
          </a:solidFill>
          <a:ln w="317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XAI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ρ = 0.8577 — exact match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accuracy 97.1% — match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features identical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12240"/>
          </a:solidFill>
          <a:ln w="317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143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46120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XAI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PARTIALLY REPRODUCED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Tool Choice blocker — exact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TAU-bench differs (trace version)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finding confirmed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97480" cy="3200400"/>
          </a:xfrm>
          <a:prstGeom prst="roundRect">
            <a:avLst>
              <a:gd name="adj" fmla="val 4068"/>
            </a:avLst>
          </a:prstGeom>
          <a:solidFill>
            <a:srgbClr val="112240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14300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Thesis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vs explainability trade-off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rubrics &gt; static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agentic failure diagnosis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codebase is runnable, the static results are exactly reproducible, and the core paper claims are supported.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3: Reproduction of Experimental Results</dc:title>
  <dc:subject>PptxGenJS Presentation</dc:subject>
  <dc:creator>PptxGenJS</dc:creator>
  <cp:lastModifiedBy>PptxGenJS</cp:lastModifiedBy>
  <cp:revision>1</cp:revision>
  <dcterms:created xsi:type="dcterms:W3CDTF">2026-06-09T10:12:18Z</dcterms:created>
  <dcterms:modified xsi:type="dcterms:W3CDTF">2026-06-09T10:12:18Z</dcterms:modified>
</cp:coreProperties>
</file>